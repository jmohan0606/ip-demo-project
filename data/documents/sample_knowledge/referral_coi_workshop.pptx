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Referral &amp; Centre-of-Influence Prospecting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iPerform Practice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warmest path to a new household is an introduction</a:t>
            </a:r>
          </a:p>
          <a:p>
            <a:pPr>
              <a:defRPr sz="1800"/>
            </a:pPr>
            <a:r>
              <a:t>From a satisfied client or a centre of influence</a:t>
            </a:r>
          </a:p>
          <a:p>
            <a:pPr>
              <a:defRPr sz="1800"/>
            </a:pPr>
            <a:r>
              <a:t>Referral-led prospecting compounds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 1 — The Post-Review Referral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right after a well-received annual review</a:t>
            </a:r>
          </a:p>
          <a:p>
            <a:pPr>
              <a:defRPr sz="1800"/>
            </a:pPr>
            <a:r>
              <a:t>Be specific: who in your circle faces a similar decision?</a:t>
            </a:r>
          </a:p>
          <a:p>
            <a:pPr>
              <a:defRPr sz="1800"/>
            </a:pPr>
            <a:r>
              <a:t>Log resulting names as referral-sourced leads the same 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 2 — Centre-of-Influence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the CPAs and estate attorneys in your book</a:t>
            </a:r>
          </a:p>
          <a:p>
            <a:pPr>
              <a:defRPr sz="1800"/>
            </a:pPr>
            <a:r>
              <a:t>Draft a value-first introduction</a:t>
            </a:r>
          </a:p>
          <a:p>
            <a:pPr>
              <a:defRPr sz="1800"/>
            </a:pPr>
            <a:r>
              <a:t>Track each as an open referral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Referral conversion rate</a:t>
            </a:r>
          </a:p>
          <a:p>
            <a:pPr>
              <a:defRPr sz="1800"/>
            </a:pPr>
            <a:r>
              <a:t>Time-to-first-follow-up under 48 hours</a:t>
            </a:r>
          </a:p>
          <a:p>
            <a:pPr>
              <a:defRPr sz="1800"/>
            </a:pPr>
            <a:r>
              <a:t>New households sourced by referral vs cold 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