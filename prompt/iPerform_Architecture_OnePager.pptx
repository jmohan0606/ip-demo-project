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3774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 Systems  ·  One Enterprise Platform  ·  Shared Intelligence  ·  Secure by Design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42416"/>
            <a:ext cx="11548872" cy="329184"/>
          </a:xfrm>
          <a:prstGeom prst="roundRect">
            <a:avLst>
              <a:gd name="adj" fmla="val 13889"/>
            </a:avLst>
          </a:prstGeom>
          <a:solidFill>
            <a:srgbClr val="F3F5F8"/>
          </a:solidFill>
          <a:ln w="9525">
            <a:solidFill>
              <a:srgbClr val="C7D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104241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417320" y="1092708"/>
            <a:ext cx="228600" cy="22860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2184" y="1147572"/>
            <a:ext cx="118872" cy="1188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09928" y="1042416"/>
            <a:ext cx="2201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Advisors</a:t>
            </a:r>
            <a:endParaRPr lang="en-US" sz="860" dirty="0"/>
          </a:p>
        </p:txBody>
      </p:sp>
      <p:sp>
        <p:nvSpPr>
          <p:cNvPr id="9" name="Shape 6"/>
          <p:cNvSpPr/>
          <p:nvPr/>
        </p:nvSpPr>
        <p:spPr>
          <a:xfrm>
            <a:off x="3984498" y="1092708"/>
            <a:ext cx="228600" cy="22860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362" y="1147572"/>
            <a:ext cx="118872" cy="1188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77106" y="1042416"/>
            <a:ext cx="2201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MDWs</a:t>
            </a:r>
            <a:endParaRPr lang="en-US" sz="860" dirty="0"/>
          </a:p>
        </p:txBody>
      </p:sp>
      <p:sp>
        <p:nvSpPr>
          <p:cNvPr id="12" name="Shape 8"/>
          <p:cNvSpPr/>
          <p:nvPr/>
        </p:nvSpPr>
        <p:spPr>
          <a:xfrm>
            <a:off x="6551676" y="1092708"/>
            <a:ext cx="228600" cy="22860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1147572"/>
            <a:ext cx="118872" cy="1188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44284" y="1042416"/>
            <a:ext cx="2201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DDWs</a:t>
            </a:r>
            <a:endParaRPr lang="en-US" sz="860" dirty="0"/>
          </a:p>
        </p:txBody>
      </p:sp>
      <p:sp>
        <p:nvSpPr>
          <p:cNvPr id="15" name="Shape 10"/>
          <p:cNvSpPr/>
          <p:nvPr/>
        </p:nvSpPr>
        <p:spPr>
          <a:xfrm>
            <a:off x="9118854" y="1092708"/>
            <a:ext cx="228600" cy="22860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3718" y="1147572"/>
            <a:ext cx="118872" cy="1188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411462" y="1042416"/>
            <a:ext cx="2201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Office Teams</a:t>
            </a:r>
            <a:endParaRPr lang="en-US" sz="860" dirty="0"/>
          </a:p>
        </p:txBody>
      </p:sp>
      <p:sp>
        <p:nvSpPr>
          <p:cNvPr id="18" name="Shape 12"/>
          <p:cNvSpPr/>
          <p:nvPr/>
        </p:nvSpPr>
        <p:spPr>
          <a:xfrm>
            <a:off x="320040" y="1481328"/>
            <a:ext cx="5637276" cy="1517904"/>
          </a:xfrm>
          <a:prstGeom prst="roundRect">
            <a:avLst>
              <a:gd name="adj" fmla="val 3012"/>
            </a:avLst>
          </a:prstGeom>
          <a:solidFill>
            <a:srgbClr val="E9F2EC"/>
          </a:solidFill>
          <a:ln w="15875">
            <a:solidFill>
              <a:srgbClr val="2C6E49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66344" y="1618488"/>
            <a:ext cx="420624" cy="420624"/>
          </a:xfrm>
          <a:prstGeom prst="ellipse">
            <a:avLst/>
          </a:prstGeom>
          <a:solidFill>
            <a:srgbClr val="20503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294" y="1719438"/>
            <a:ext cx="218724" cy="21872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96696" y="1609344"/>
            <a:ext cx="3808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AI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4999025" y="1664208"/>
            <a:ext cx="811987" cy="237744"/>
          </a:xfrm>
          <a:prstGeom prst="roundRect">
            <a:avLst>
              <a:gd name="adj" fmla="val 50000"/>
            </a:avLst>
          </a:prstGeom>
          <a:solidFill>
            <a:srgbClr val="20503A"/>
          </a:solidFill>
          <a:ln/>
        </p:spPr>
      </p:sp>
      <p:sp>
        <p:nvSpPr>
          <p:cNvPr id="23" name="Text 16"/>
          <p:cNvSpPr/>
          <p:nvPr/>
        </p:nvSpPr>
        <p:spPr>
          <a:xfrm>
            <a:off x="4999025" y="1664208"/>
            <a:ext cx="8119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</a:t>
            </a:r>
            <a:endParaRPr lang="en-US" sz="800" dirty="0"/>
          </a:p>
        </p:txBody>
      </p:sp>
      <p:sp>
        <p:nvSpPr>
          <p:cNvPr id="24" name="Text 17"/>
          <p:cNvSpPr/>
          <p:nvPr/>
        </p:nvSpPr>
        <p:spPr>
          <a:xfrm>
            <a:off x="996696" y="1892808"/>
            <a:ext cx="48143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 System</a:t>
            </a:r>
            <a:endParaRPr lang="en-US" sz="860" dirty="0"/>
          </a:p>
        </p:txBody>
      </p:sp>
      <p:sp>
        <p:nvSpPr>
          <p:cNvPr id="25" name="Shape 18"/>
          <p:cNvSpPr/>
          <p:nvPr/>
        </p:nvSpPr>
        <p:spPr>
          <a:xfrm>
            <a:off x="953834" y="2267712"/>
            <a:ext cx="347472" cy="347472"/>
          </a:xfrm>
          <a:prstGeom prst="ellipse">
            <a:avLst/>
          </a:prstGeom>
          <a:solidFill>
            <a:srgbClr val="20503A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227" y="2351105"/>
            <a:ext cx="180685" cy="18068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57200" y="2651760"/>
            <a:ext cx="13407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6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</a:t>
            </a:r>
            <a:endParaRPr lang="en-US" sz="76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6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760" dirty="0"/>
          </a:p>
        </p:txBody>
      </p:sp>
      <p:sp>
        <p:nvSpPr>
          <p:cNvPr id="28" name="Shape 20"/>
          <p:cNvSpPr/>
          <p:nvPr/>
        </p:nvSpPr>
        <p:spPr>
          <a:xfrm>
            <a:off x="2294573" y="2267712"/>
            <a:ext cx="347472" cy="347472"/>
          </a:xfrm>
          <a:prstGeom prst="ellipse">
            <a:avLst/>
          </a:prstGeom>
          <a:solidFill>
            <a:srgbClr val="20503A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7966" y="2351105"/>
            <a:ext cx="180685" cy="18068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797939" y="2651760"/>
            <a:ext cx="13407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6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&amp;</a:t>
            </a:r>
            <a:endParaRPr lang="en-US" sz="76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6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Insights</a:t>
            </a:r>
            <a:endParaRPr lang="en-US" sz="760" dirty="0"/>
          </a:p>
        </p:txBody>
      </p:sp>
      <p:sp>
        <p:nvSpPr>
          <p:cNvPr id="31" name="Text 22"/>
          <p:cNvSpPr/>
          <p:nvPr/>
        </p:nvSpPr>
        <p:spPr>
          <a:xfrm>
            <a:off x="1706499" y="230428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3635312" y="2267712"/>
            <a:ext cx="347472" cy="347472"/>
          </a:xfrm>
          <a:prstGeom prst="ellipse">
            <a:avLst/>
          </a:prstGeom>
          <a:solidFill>
            <a:srgbClr val="20503A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8705" y="2351105"/>
            <a:ext cx="180685" cy="18068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138678" y="2651760"/>
            <a:ext cx="13407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6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&amp;</a:t>
            </a:r>
            <a:endParaRPr lang="en-US" sz="76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6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760" dirty="0"/>
          </a:p>
        </p:txBody>
      </p:sp>
      <p:sp>
        <p:nvSpPr>
          <p:cNvPr id="35" name="Text 25"/>
          <p:cNvSpPr/>
          <p:nvPr/>
        </p:nvSpPr>
        <p:spPr>
          <a:xfrm>
            <a:off x="3047238" y="230428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4976051" y="2267712"/>
            <a:ext cx="347472" cy="347472"/>
          </a:xfrm>
          <a:prstGeom prst="ellipse">
            <a:avLst/>
          </a:prstGeom>
          <a:solidFill>
            <a:srgbClr val="20503A"/>
          </a:solidFill>
          <a:ln/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9444" y="2351105"/>
            <a:ext cx="180685" cy="180685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479417" y="2651760"/>
            <a:ext cx="13407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6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to</a:t>
            </a:r>
            <a:endParaRPr lang="en-US" sz="76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6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760" dirty="0"/>
          </a:p>
        </p:txBody>
      </p:sp>
      <p:sp>
        <p:nvSpPr>
          <p:cNvPr id="39" name="Text 28"/>
          <p:cNvSpPr/>
          <p:nvPr/>
        </p:nvSpPr>
        <p:spPr>
          <a:xfrm>
            <a:off x="4387977" y="230428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40" name="Shape 29"/>
          <p:cNvSpPr/>
          <p:nvPr/>
        </p:nvSpPr>
        <p:spPr>
          <a:xfrm>
            <a:off x="6231636" y="1481328"/>
            <a:ext cx="5637276" cy="1517904"/>
          </a:xfrm>
          <a:prstGeom prst="roundRect">
            <a:avLst>
              <a:gd name="adj" fmla="val 3012"/>
            </a:avLst>
          </a:prstGeom>
          <a:solidFill>
            <a:srgbClr val="E9EEF7"/>
          </a:solidFill>
          <a:ln w="15875">
            <a:solidFill>
              <a:srgbClr val="2E5496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6377940" y="1618488"/>
            <a:ext cx="420624" cy="420624"/>
          </a:xfrm>
          <a:prstGeom prst="ellipse">
            <a:avLst/>
          </a:prstGeom>
          <a:solidFill>
            <a:srgbClr val="223F6B"/>
          </a:solidFill>
          <a:ln/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8890" y="1719438"/>
            <a:ext cx="218724" cy="218724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6908292" y="1609344"/>
            <a:ext cx="3808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iPerform Coach</a:t>
            </a:r>
            <a:endParaRPr lang="en-US" sz="1600" dirty="0"/>
          </a:p>
        </p:txBody>
      </p:sp>
      <p:sp>
        <p:nvSpPr>
          <p:cNvPr id="44" name="Shape 32"/>
          <p:cNvSpPr/>
          <p:nvPr/>
        </p:nvSpPr>
        <p:spPr>
          <a:xfrm>
            <a:off x="10976458" y="1664208"/>
            <a:ext cx="746150" cy="237744"/>
          </a:xfrm>
          <a:prstGeom prst="roundRect">
            <a:avLst>
              <a:gd name="adj" fmla="val 50000"/>
            </a:avLst>
          </a:prstGeom>
          <a:solidFill>
            <a:srgbClr val="223F6B"/>
          </a:solidFill>
          <a:ln/>
        </p:spPr>
      </p:sp>
      <p:sp>
        <p:nvSpPr>
          <p:cNvPr id="45" name="Text 33"/>
          <p:cNvSpPr/>
          <p:nvPr/>
        </p:nvSpPr>
        <p:spPr>
          <a:xfrm>
            <a:off x="10976458" y="1664208"/>
            <a:ext cx="7461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800" dirty="0"/>
          </a:p>
        </p:txBody>
      </p:sp>
      <p:sp>
        <p:nvSpPr>
          <p:cNvPr id="46" name="Text 34"/>
          <p:cNvSpPr/>
          <p:nvPr/>
        </p:nvSpPr>
        <p:spPr>
          <a:xfrm>
            <a:off x="6908292" y="1892808"/>
            <a:ext cx="48143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+ Coaching System</a:t>
            </a:r>
            <a:endParaRPr lang="en-US" sz="860" dirty="0"/>
          </a:p>
        </p:txBody>
      </p:sp>
      <p:sp>
        <p:nvSpPr>
          <p:cNvPr id="47" name="Shape 35"/>
          <p:cNvSpPr/>
          <p:nvPr/>
        </p:nvSpPr>
        <p:spPr>
          <a:xfrm>
            <a:off x="6865430" y="2267712"/>
            <a:ext cx="347472" cy="347472"/>
          </a:xfrm>
          <a:prstGeom prst="ellipse">
            <a:avLst/>
          </a:prstGeom>
          <a:solidFill>
            <a:srgbClr val="223F6B"/>
          </a:solidFill>
          <a:ln/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8823" y="2351105"/>
            <a:ext cx="180685" cy="180685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6368796" y="2651760"/>
            <a:ext cx="13407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6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76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6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760" dirty="0"/>
          </a:p>
        </p:txBody>
      </p:sp>
      <p:sp>
        <p:nvSpPr>
          <p:cNvPr id="50" name="Shape 37"/>
          <p:cNvSpPr/>
          <p:nvPr/>
        </p:nvSpPr>
        <p:spPr>
          <a:xfrm>
            <a:off x="8206169" y="2267712"/>
            <a:ext cx="347472" cy="347472"/>
          </a:xfrm>
          <a:prstGeom prst="ellipse">
            <a:avLst/>
          </a:prstGeom>
          <a:solidFill>
            <a:srgbClr val="223F6B"/>
          </a:solidFill>
          <a:ln/>
        </p:spPr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9562" y="2351105"/>
            <a:ext cx="180685" cy="180685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7709535" y="2651760"/>
            <a:ext cx="13407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6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76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6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760" dirty="0"/>
          </a:p>
        </p:txBody>
      </p:sp>
      <p:sp>
        <p:nvSpPr>
          <p:cNvPr id="53" name="Text 39"/>
          <p:cNvSpPr/>
          <p:nvPr/>
        </p:nvSpPr>
        <p:spPr>
          <a:xfrm>
            <a:off x="7618095" y="230428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54" name="Shape 40"/>
          <p:cNvSpPr/>
          <p:nvPr/>
        </p:nvSpPr>
        <p:spPr>
          <a:xfrm>
            <a:off x="9546908" y="2267712"/>
            <a:ext cx="347472" cy="347472"/>
          </a:xfrm>
          <a:prstGeom prst="ellipse">
            <a:avLst/>
          </a:prstGeom>
          <a:solidFill>
            <a:srgbClr val="223F6B"/>
          </a:solidFill>
          <a:ln/>
        </p:spPr>
      </p:sp>
      <p:pic>
        <p:nvPicPr>
          <p:cNvPr id="5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30301" y="2351105"/>
            <a:ext cx="180685" cy="180685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9050274" y="2651760"/>
            <a:ext cx="13407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6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76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6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760" dirty="0"/>
          </a:p>
        </p:txBody>
      </p:sp>
      <p:sp>
        <p:nvSpPr>
          <p:cNvPr id="57" name="Text 42"/>
          <p:cNvSpPr/>
          <p:nvPr/>
        </p:nvSpPr>
        <p:spPr>
          <a:xfrm>
            <a:off x="8958834" y="230428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58" name="Shape 43"/>
          <p:cNvSpPr/>
          <p:nvPr/>
        </p:nvSpPr>
        <p:spPr>
          <a:xfrm>
            <a:off x="10887647" y="2267712"/>
            <a:ext cx="347472" cy="347472"/>
          </a:xfrm>
          <a:prstGeom prst="ellipse">
            <a:avLst/>
          </a:prstGeom>
          <a:solidFill>
            <a:srgbClr val="223F6B"/>
          </a:solidFill>
          <a:ln/>
        </p:spPr>
      </p:sp>
      <p:pic>
        <p:nvPicPr>
          <p:cNvPr id="5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71040" y="2351105"/>
            <a:ext cx="180685" cy="180685"/>
          </a:xfrm>
          <a:prstGeom prst="rect">
            <a:avLst/>
          </a:prstGeom>
        </p:spPr>
      </p:pic>
      <p:sp>
        <p:nvSpPr>
          <p:cNvPr id="60" name="Text 44"/>
          <p:cNvSpPr/>
          <p:nvPr/>
        </p:nvSpPr>
        <p:spPr>
          <a:xfrm>
            <a:off x="10391013" y="2651760"/>
            <a:ext cx="13407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6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&amp;</a:t>
            </a:r>
            <a:endParaRPr lang="en-US" sz="76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6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760" dirty="0"/>
          </a:p>
        </p:txBody>
      </p:sp>
      <p:sp>
        <p:nvSpPr>
          <p:cNvPr id="61" name="Text 45"/>
          <p:cNvSpPr/>
          <p:nvPr/>
        </p:nvSpPr>
        <p:spPr>
          <a:xfrm>
            <a:off x="10299573" y="230428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62" name="Shape 46"/>
          <p:cNvSpPr/>
          <p:nvPr/>
        </p:nvSpPr>
        <p:spPr>
          <a:xfrm>
            <a:off x="320040" y="3108960"/>
            <a:ext cx="11548872" cy="292608"/>
          </a:xfrm>
          <a:prstGeom prst="roundRect">
            <a:avLst>
              <a:gd name="adj" fmla="val 12500"/>
            </a:avLst>
          </a:prstGeom>
          <a:solidFill>
            <a:srgbClr val="4B2E83"/>
          </a:solidFill>
          <a:ln/>
        </p:spPr>
      </p:sp>
      <p:sp>
        <p:nvSpPr>
          <p:cNvPr id="63" name="Text 47"/>
          <p:cNvSpPr/>
          <p:nvPr/>
        </p:nvSpPr>
        <p:spPr>
          <a:xfrm>
            <a:off x="320040" y="3108960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ENTERPRISE AI PLATFORM</a:t>
            </a:r>
            <a:endParaRPr lang="en-US" sz="1150" dirty="0"/>
          </a:p>
        </p:txBody>
      </p:sp>
      <p:sp>
        <p:nvSpPr>
          <p:cNvPr id="64" name="Shape 48"/>
          <p:cNvSpPr/>
          <p:nvPr/>
        </p:nvSpPr>
        <p:spPr>
          <a:xfrm>
            <a:off x="320040" y="3474720"/>
            <a:ext cx="1848612" cy="603504"/>
          </a:xfrm>
          <a:prstGeom prst="roundRect">
            <a:avLst>
              <a:gd name="adj" fmla="val 7576"/>
            </a:avLst>
          </a:prstGeom>
          <a:solidFill>
            <a:srgbClr val="EEE9F6"/>
          </a:solidFill>
          <a:ln w="9525">
            <a:solidFill>
              <a:srgbClr val="4B2E83"/>
            </a:solidFill>
            <a:prstDash val="solid"/>
          </a:ln>
        </p:spPr>
      </p:sp>
      <p:sp>
        <p:nvSpPr>
          <p:cNvPr id="65" name="Shape 49"/>
          <p:cNvSpPr/>
          <p:nvPr/>
        </p:nvSpPr>
        <p:spPr>
          <a:xfrm>
            <a:off x="411480" y="3611880"/>
            <a:ext cx="329184" cy="329184"/>
          </a:xfrm>
          <a:prstGeom prst="ellipse">
            <a:avLst/>
          </a:prstGeom>
          <a:solidFill>
            <a:srgbClr val="4B2E83"/>
          </a:solidFill>
          <a:ln/>
        </p:spPr>
      </p:sp>
      <p:pic>
        <p:nvPicPr>
          <p:cNvPr id="6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0484" y="3690884"/>
            <a:ext cx="171176" cy="171176"/>
          </a:xfrm>
          <a:prstGeom prst="rect">
            <a:avLst/>
          </a:prstGeom>
        </p:spPr>
      </p:pic>
      <p:sp>
        <p:nvSpPr>
          <p:cNvPr id="67" name="Text 50"/>
          <p:cNvSpPr/>
          <p:nvPr/>
        </p:nvSpPr>
        <p:spPr>
          <a:xfrm>
            <a:off x="795528" y="3493008"/>
            <a:ext cx="13365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7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SMARTSDK</a:t>
            </a:r>
            <a:endParaRPr lang="en-US" sz="77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7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</a:t>
            </a:r>
            <a:endParaRPr lang="en-US" sz="770" dirty="0"/>
          </a:p>
        </p:txBody>
      </p:sp>
      <p:sp>
        <p:nvSpPr>
          <p:cNvPr id="68" name="Shape 51"/>
          <p:cNvSpPr/>
          <p:nvPr/>
        </p:nvSpPr>
        <p:spPr>
          <a:xfrm>
            <a:off x="2260092" y="3474720"/>
            <a:ext cx="1848612" cy="603504"/>
          </a:xfrm>
          <a:prstGeom prst="roundRect">
            <a:avLst>
              <a:gd name="adj" fmla="val 7576"/>
            </a:avLst>
          </a:prstGeom>
          <a:solidFill>
            <a:srgbClr val="EEE9F6"/>
          </a:solidFill>
          <a:ln w="9525">
            <a:solidFill>
              <a:srgbClr val="4B2E83"/>
            </a:solidFill>
            <a:prstDash val="solid"/>
          </a:ln>
        </p:spPr>
      </p:sp>
      <p:sp>
        <p:nvSpPr>
          <p:cNvPr id="69" name="Shape 52"/>
          <p:cNvSpPr/>
          <p:nvPr/>
        </p:nvSpPr>
        <p:spPr>
          <a:xfrm>
            <a:off x="2351532" y="3611880"/>
            <a:ext cx="329184" cy="329184"/>
          </a:xfrm>
          <a:prstGeom prst="ellipse">
            <a:avLst/>
          </a:prstGeom>
          <a:solidFill>
            <a:srgbClr val="4B2E83"/>
          </a:solidFill>
          <a:ln/>
        </p:spPr>
      </p:sp>
      <p:pic>
        <p:nvPicPr>
          <p:cNvPr id="7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30536" y="3690884"/>
            <a:ext cx="171176" cy="171176"/>
          </a:xfrm>
          <a:prstGeom prst="rect">
            <a:avLst/>
          </a:prstGeom>
        </p:spPr>
      </p:pic>
      <p:sp>
        <p:nvSpPr>
          <p:cNvPr id="71" name="Text 53"/>
          <p:cNvSpPr/>
          <p:nvPr/>
        </p:nvSpPr>
        <p:spPr>
          <a:xfrm>
            <a:off x="2735580" y="3493008"/>
            <a:ext cx="13365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7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77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7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770" dirty="0"/>
          </a:p>
        </p:txBody>
      </p:sp>
      <p:sp>
        <p:nvSpPr>
          <p:cNvPr id="72" name="Shape 54"/>
          <p:cNvSpPr/>
          <p:nvPr/>
        </p:nvSpPr>
        <p:spPr>
          <a:xfrm>
            <a:off x="4200144" y="3474720"/>
            <a:ext cx="1848612" cy="603504"/>
          </a:xfrm>
          <a:prstGeom prst="roundRect">
            <a:avLst>
              <a:gd name="adj" fmla="val 7576"/>
            </a:avLst>
          </a:prstGeom>
          <a:solidFill>
            <a:srgbClr val="EEE9F6"/>
          </a:solidFill>
          <a:ln w="9525">
            <a:solidFill>
              <a:srgbClr val="4B2E83"/>
            </a:solidFill>
            <a:prstDash val="solid"/>
          </a:ln>
        </p:spPr>
      </p:sp>
      <p:sp>
        <p:nvSpPr>
          <p:cNvPr id="73" name="Shape 55"/>
          <p:cNvSpPr/>
          <p:nvPr/>
        </p:nvSpPr>
        <p:spPr>
          <a:xfrm>
            <a:off x="4291584" y="3611880"/>
            <a:ext cx="329184" cy="329184"/>
          </a:xfrm>
          <a:prstGeom prst="ellipse">
            <a:avLst/>
          </a:prstGeom>
          <a:solidFill>
            <a:srgbClr val="4B2E83"/>
          </a:solidFill>
          <a:ln/>
        </p:spPr>
      </p:sp>
      <p:pic>
        <p:nvPicPr>
          <p:cNvPr id="7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70588" y="3690884"/>
            <a:ext cx="171176" cy="171176"/>
          </a:xfrm>
          <a:prstGeom prst="rect">
            <a:avLst/>
          </a:prstGeom>
        </p:spPr>
      </p:pic>
      <p:sp>
        <p:nvSpPr>
          <p:cNvPr id="75" name="Text 56"/>
          <p:cNvSpPr/>
          <p:nvPr/>
        </p:nvSpPr>
        <p:spPr>
          <a:xfrm>
            <a:off x="4675632" y="3493008"/>
            <a:ext cx="13365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7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77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7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770" dirty="0"/>
          </a:p>
        </p:txBody>
      </p:sp>
      <p:sp>
        <p:nvSpPr>
          <p:cNvPr id="76" name="Shape 57"/>
          <p:cNvSpPr/>
          <p:nvPr/>
        </p:nvSpPr>
        <p:spPr>
          <a:xfrm>
            <a:off x="6140196" y="3474720"/>
            <a:ext cx="1848612" cy="603504"/>
          </a:xfrm>
          <a:prstGeom prst="roundRect">
            <a:avLst>
              <a:gd name="adj" fmla="val 7576"/>
            </a:avLst>
          </a:prstGeom>
          <a:solidFill>
            <a:srgbClr val="EEE9F6"/>
          </a:solidFill>
          <a:ln w="9525">
            <a:solidFill>
              <a:srgbClr val="4B2E83"/>
            </a:solidFill>
            <a:prstDash val="solid"/>
          </a:ln>
        </p:spPr>
      </p:sp>
      <p:sp>
        <p:nvSpPr>
          <p:cNvPr id="77" name="Shape 58"/>
          <p:cNvSpPr/>
          <p:nvPr/>
        </p:nvSpPr>
        <p:spPr>
          <a:xfrm>
            <a:off x="6231636" y="3611880"/>
            <a:ext cx="329184" cy="329184"/>
          </a:xfrm>
          <a:prstGeom prst="ellipse">
            <a:avLst/>
          </a:prstGeom>
          <a:solidFill>
            <a:srgbClr val="4B2E83"/>
          </a:solidFill>
          <a:ln/>
        </p:spPr>
      </p:sp>
      <p:pic>
        <p:nvPicPr>
          <p:cNvPr id="7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10640" y="3690884"/>
            <a:ext cx="171176" cy="171176"/>
          </a:xfrm>
          <a:prstGeom prst="rect">
            <a:avLst/>
          </a:prstGeom>
        </p:spPr>
      </p:pic>
      <p:sp>
        <p:nvSpPr>
          <p:cNvPr id="79" name="Text 59"/>
          <p:cNvSpPr/>
          <p:nvPr/>
        </p:nvSpPr>
        <p:spPr>
          <a:xfrm>
            <a:off x="6615684" y="3493008"/>
            <a:ext cx="13365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7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77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7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QA</a:t>
            </a:r>
            <a:endParaRPr lang="en-US" sz="770" dirty="0"/>
          </a:p>
        </p:txBody>
      </p:sp>
      <p:sp>
        <p:nvSpPr>
          <p:cNvPr id="80" name="Shape 60"/>
          <p:cNvSpPr/>
          <p:nvPr/>
        </p:nvSpPr>
        <p:spPr>
          <a:xfrm>
            <a:off x="8080248" y="3474720"/>
            <a:ext cx="1848612" cy="603504"/>
          </a:xfrm>
          <a:prstGeom prst="roundRect">
            <a:avLst>
              <a:gd name="adj" fmla="val 7576"/>
            </a:avLst>
          </a:prstGeom>
          <a:solidFill>
            <a:srgbClr val="EEE9F6"/>
          </a:solidFill>
          <a:ln w="9525">
            <a:solidFill>
              <a:srgbClr val="4B2E83"/>
            </a:solidFill>
            <a:prstDash val="solid"/>
          </a:ln>
        </p:spPr>
      </p:sp>
      <p:sp>
        <p:nvSpPr>
          <p:cNvPr id="81" name="Shape 61"/>
          <p:cNvSpPr/>
          <p:nvPr/>
        </p:nvSpPr>
        <p:spPr>
          <a:xfrm>
            <a:off x="8171688" y="3611880"/>
            <a:ext cx="329184" cy="329184"/>
          </a:xfrm>
          <a:prstGeom prst="ellipse">
            <a:avLst/>
          </a:prstGeom>
          <a:solidFill>
            <a:srgbClr val="4B2E83"/>
          </a:solidFill>
          <a:ln/>
        </p:spPr>
      </p:sp>
      <p:pic>
        <p:nvPicPr>
          <p:cNvPr id="8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50692" y="3690884"/>
            <a:ext cx="171176" cy="171176"/>
          </a:xfrm>
          <a:prstGeom prst="rect">
            <a:avLst/>
          </a:prstGeom>
        </p:spPr>
      </p:pic>
      <p:sp>
        <p:nvSpPr>
          <p:cNvPr id="83" name="Text 62"/>
          <p:cNvSpPr/>
          <p:nvPr/>
        </p:nvSpPr>
        <p:spPr>
          <a:xfrm>
            <a:off x="8555736" y="3493008"/>
            <a:ext cx="13365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7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</a:t>
            </a:r>
            <a:endParaRPr lang="en-US" sz="77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7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70" dirty="0"/>
          </a:p>
        </p:txBody>
      </p:sp>
      <p:sp>
        <p:nvSpPr>
          <p:cNvPr id="84" name="Shape 63"/>
          <p:cNvSpPr/>
          <p:nvPr/>
        </p:nvSpPr>
        <p:spPr>
          <a:xfrm>
            <a:off x="10020300" y="3474720"/>
            <a:ext cx="1848612" cy="603504"/>
          </a:xfrm>
          <a:prstGeom prst="roundRect">
            <a:avLst>
              <a:gd name="adj" fmla="val 7576"/>
            </a:avLst>
          </a:prstGeom>
          <a:solidFill>
            <a:srgbClr val="EEE9F6"/>
          </a:solidFill>
          <a:ln w="9525">
            <a:solidFill>
              <a:srgbClr val="4B2E83"/>
            </a:solidFill>
            <a:prstDash val="solid"/>
          </a:ln>
        </p:spPr>
      </p:sp>
      <p:sp>
        <p:nvSpPr>
          <p:cNvPr id="85" name="Shape 64"/>
          <p:cNvSpPr/>
          <p:nvPr/>
        </p:nvSpPr>
        <p:spPr>
          <a:xfrm>
            <a:off x="10111740" y="3611880"/>
            <a:ext cx="329184" cy="329184"/>
          </a:xfrm>
          <a:prstGeom prst="ellipse">
            <a:avLst/>
          </a:prstGeom>
          <a:solidFill>
            <a:srgbClr val="4B2E83"/>
          </a:solidFill>
          <a:ln/>
        </p:spPr>
      </p:sp>
      <p:pic>
        <p:nvPicPr>
          <p:cNvPr id="86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190744" y="3690884"/>
            <a:ext cx="171176" cy="171176"/>
          </a:xfrm>
          <a:prstGeom prst="rect">
            <a:avLst/>
          </a:prstGeom>
        </p:spPr>
      </p:pic>
      <p:sp>
        <p:nvSpPr>
          <p:cNvPr id="87" name="Text 65"/>
          <p:cNvSpPr/>
          <p:nvPr/>
        </p:nvSpPr>
        <p:spPr>
          <a:xfrm>
            <a:off x="10495788" y="3493008"/>
            <a:ext cx="13365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7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77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7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Monitoring</a:t>
            </a:r>
            <a:endParaRPr lang="en-US" sz="770" dirty="0"/>
          </a:p>
        </p:txBody>
      </p:sp>
      <p:sp>
        <p:nvSpPr>
          <p:cNvPr id="88" name="Shape 66"/>
          <p:cNvSpPr/>
          <p:nvPr/>
        </p:nvSpPr>
        <p:spPr>
          <a:xfrm>
            <a:off x="320040" y="4151376"/>
            <a:ext cx="11548872" cy="256032"/>
          </a:xfrm>
          <a:prstGeom prst="roundRect">
            <a:avLst>
              <a:gd name="adj" fmla="val 17857"/>
            </a:avLst>
          </a:prstGeom>
          <a:solidFill>
            <a:srgbClr val="E4F0EE"/>
          </a:solidFill>
          <a:ln w="9525">
            <a:solidFill>
              <a:srgbClr val="17756B"/>
            </a:solidFill>
            <a:prstDash val="solid"/>
          </a:ln>
        </p:spPr>
      </p:sp>
      <p:sp>
        <p:nvSpPr>
          <p:cNvPr id="89" name="Text 67"/>
          <p:cNvSpPr/>
          <p:nvPr/>
        </p:nvSpPr>
        <p:spPr>
          <a:xfrm>
            <a:off x="457200" y="415137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7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PIPELINE    </a:t>
            </a:r>
            <a:pPr algn="ctr" indent="0" marL="0">
              <a:buNone/>
            </a:pPr>
            <a:r>
              <a:rPr lang="en-US" sz="82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 ›  Filtering  ›  Ranking  ›  Pruning  ›  Compression  ›  Summarization</a:t>
            </a:r>
            <a:endParaRPr lang="en-US" sz="780" dirty="0"/>
          </a:p>
        </p:txBody>
      </p:sp>
      <p:sp>
        <p:nvSpPr>
          <p:cNvPr id="90" name="Shape 68"/>
          <p:cNvSpPr/>
          <p:nvPr/>
        </p:nvSpPr>
        <p:spPr>
          <a:xfrm>
            <a:off x="320040" y="4535424"/>
            <a:ext cx="11548872" cy="274320"/>
          </a:xfrm>
          <a:prstGeom prst="roundRect">
            <a:avLst>
              <a:gd name="adj" fmla="val 13333"/>
            </a:avLst>
          </a:prstGeom>
          <a:solidFill>
            <a:srgbClr val="1F3864"/>
          </a:solidFill>
          <a:ln/>
        </p:spPr>
      </p:sp>
      <p:sp>
        <p:nvSpPr>
          <p:cNvPr id="91" name="Text 69"/>
          <p:cNvSpPr/>
          <p:nvPr/>
        </p:nvSpPr>
        <p:spPr>
          <a:xfrm>
            <a:off x="320040" y="4535424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       Sources   →   Governed Access (Agents &amp; MCP)   →   Temporal Knowledge Graph</a:t>
            </a:r>
            <a:endParaRPr lang="en-US" sz="950" dirty="0"/>
          </a:p>
        </p:txBody>
      </p:sp>
      <p:sp>
        <p:nvSpPr>
          <p:cNvPr id="92" name="Shape 70"/>
          <p:cNvSpPr/>
          <p:nvPr/>
        </p:nvSpPr>
        <p:spPr>
          <a:xfrm>
            <a:off x="3938016" y="5513832"/>
            <a:ext cx="329184" cy="219456"/>
          </a:xfrm>
          <a:prstGeom prst="rightArrow">
            <a:avLst/>
          </a:prstGeom>
          <a:solidFill>
            <a:srgbClr val="1F3864"/>
          </a:solidFill>
          <a:ln/>
        </p:spPr>
      </p:sp>
      <p:sp>
        <p:nvSpPr>
          <p:cNvPr id="93" name="Shape 71"/>
          <p:cNvSpPr/>
          <p:nvPr/>
        </p:nvSpPr>
        <p:spPr>
          <a:xfrm>
            <a:off x="7921752" y="5513832"/>
            <a:ext cx="329184" cy="219456"/>
          </a:xfrm>
          <a:prstGeom prst="rightArrow">
            <a:avLst/>
          </a:prstGeom>
          <a:solidFill>
            <a:srgbClr val="1F3864"/>
          </a:solidFill>
          <a:ln/>
        </p:spPr>
      </p:sp>
      <p:sp>
        <p:nvSpPr>
          <p:cNvPr id="94" name="Shape 72"/>
          <p:cNvSpPr/>
          <p:nvPr/>
        </p:nvSpPr>
        <p:spPr>
          <a:xfrm>
            <a:off x="320040" y="4882896"/>
            <a:ext cx="358140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17756B"/>
            </a:solidFill>
            <a:prstDash val="solid"/>
          </a:ln>
        </p:spPr>
      </p:sp>
      <p:sp>
        <p:nvSpPr>
          <p:cNvPr id="95" name="Shape 73"/>
          <p:cNvSpPr/>
          <p:nvPr/>
        </p:nvSpPr>
        <p:spPr>
          <a:xfrm>
            <a:off x="320040" y="4882896"/>
            <a:ext cx="3581400" cy="256032"/>
          </a:xfrm>
          <a:prstGeom prst="roundRect">
            <a:avLst>
              <a:gd name="adj" fmla="val 14286"/>
            </a:avLst>
          </a:prstGeom>
          <a:solidFill>
            <a:srgbClr val="17756B"/>
          </a:solidFill>
          <a:ln/>
        </p:spPr>
      </p:sp>
      <p:sp>
        <p:nvSpPr>
          <p:cNvPr id="96" name="Text 74"/>
          <p:cNvSpPr/>
          <p:nvPr/>
        </p:nvSpPr>
        <p:spPr>
          <a:xfrm>
            <a:off x="320040" y="4882896"/>
            <a:ext cx="3581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820" dirty="0"/>
          </a:p>
        </p:txBody>
      </p:sp>
      <p:sp>
        <p:nvSpPr>
          <p:cNvPr id="97" name="Text 75"/>
          <p:cNvSpPr/>
          <p:nvPr/>
        </p:nvSpPr>
        <p:spPr>
          <a:xfrm>
            <a:off x="448056" y="5248656"/>
            <a:ext cx="3361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77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iPerformDB </a:t>
            </a:r>
            <a:pPr indent="0" marL="0">
              <a:buNone/>
            </a:pPr>
            <a:r>
              <a:rPr lang="en-US" sz="74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Aurora PostgreSQL</a:t>
            </a:r>
            <a:endParaRPr lang="en-US" sz="600" dirty="0"/>
          </a:p>
        </p:txBody>
      </p:sp>
      <p:sp>
        <p:nvSpPr>
          <p:cNvPr id="98" name="Text 76"/>
          <p:cNvSpPr/>
          <p:nvPr/>
        </p:nvSpPr>
        <p:spPr>
          <a:xfrm>
            <a:off x="448056" y="5509260"/>
            <a:ext cx="3361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77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FMAT </a:t>
            </a:r>
            <a:pPr indent="0" marL="0">
              <a:buNone/>
            </a:pPr>
            <a:r>
              <a:rPr lang="en-US" sz="74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Operational data</a:t>
            </a:r>
            <a:endParaRPr lang="en-US" sz="600" dirty="0"/>
          </a:p>
        </p:txBody>
      </p:sp>
      <p:sp>
        <p:nvSpPr>
          <p:cNvPr id="99" name="Text 77"/>
          <p:cNvSpPr/>
          <p:nvPr/>
        </p:nvSpPr>
        <p:spPr>
          <a:xfrm>
            <a:off x="448056" y="5769864"/>
            <a:ext cx="3361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77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sources </a:t>
            </a:r>
            <a:pPr indent="0" marL="0">
              <a:buNone/>
            </a:pPr>
            <a:r>
              <a:rPr lang="en-US" sz="74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reference / market</a:t>
            </a:r>
            <a:endParaRPr lang="en-US" sz="600" dirty="0"/>
          </a:p>
        </p:txBody>
      </p:sp>
      <p:sp>
        <p:nvSpPr>
          <p:cNvPr id="100" name="Text 78"/>
          <p:cNvSpPr/>
          <p:nvPr/>
        </p:nvSpPr>
        <p:spPr>
          <a:xfrm>
            <a:off x="448056" y="6030468"/>
            <a:ext cx="3361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77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USWM Knowledge Hub </a:t>
            </a:r>
            <a:pPr indent="0" marL="0">
              <a:buNone/>
            </a:pPr>
            <a:r>
              <a:rPr lang="en-US" sz="74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REST / GraphQL (API-only)</a:t>
            </a:r>
            <a:endParaRPr lang="en-US" sz="600" dirty="0"/>
          </a:p>
        </p:txBody>
      </p:sp>
      <p:sp>
        <p:nvSpPr>
          <p:cNvPr id="101" name="Shape 79"/>
          <p:cNvSpPr/>
          <p:nvPr/>
        </p:nvSpPr>
        <p:spPr>
          <a:xfrm>
            <a:off x="4303776" y="4882896"/>
            <a:ext cx="358140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34557A"/>
            </a:solidFill>
            <a:prstDash val="solid"/>
          </a:ln>
        </p:spPr>
      </p:sp>
      <p:sp>
        <p:nvSpPr>
          <p:cNvPr id="102" name="Shape 80"/>
          <p:cNvSpPr/>
          <p:nvPr/>
        </p:nvSpPr>
        <p:spPr>
          <a:xfrm>
            <a:off x="4303776" y="4882896"/>
            <a:ext cx="3581400" cy="256032"/>
          </a:xfrm>
          <a:prstGeom prst="roundRect">
            <a:avLst>
              <a:gd name="adj" fmla="val 14286"/>
            </a:avLst>
          </a:prstGeom>
          <a:solidFill>
            <a:srgbClr val="34557A"/>
          </a:solidFill>
          <a:ln/>
        </p:spPr>
      </p:sp>
      <p:sp>
        <p:nvSpPr>
          <p:cNvPr id="103" name="Text 81"/>
          <p:cNvSpPr/>
          <p:nvPr/>
        </p:nvSpPr>
        <p:spPr>
          <a:xfrm>
            <a:off x="4303776" y="4882896"/>
            <a:ext cx="3581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· Agents &amp; MCP</a:t>
            </a:r>
            <a:endParaRPr lang="en-US" sz="820" dirty="0"/>
          </a:p>
        </p:txBody>
      </p:sp>
      <p:sp>
        <p:nvSpPr>
          <p:cNvPr id="104" name="Text 82"/>
          <p:cNvSpPr/>
          <p:nvPr/>
        </p:nvSpPr>
        <p:spPr>
          <a:xfrm>
            <a:off x="4431792" y="5248656"/>
            <a:ext cx="3361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4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</a:t>
            </a:r>
            <a:pPr indent="0" marL="0">
              <a:buNone/>
            </a:pPr>
            <a:r>
              <a:rPr lang="en-US" sz="74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Coach · Insight · Compliance</a:t>
            </a:r>
            <a:endParaRPr lang="en-US" sz="600" dirty="0"/>
          </a:p>
        </p:txBody>
      </p:sp>
      <p:sp>
        <p:nvSpPr>
          <p:cNvPr id="105" name="Text 83"/>
          <p:cNvSpPr/>
          <p:nvPr/>
        </p:nvSpPr>
        <p:spPr>
          <a:xfrm>
            <a:off x="4431792" y="5509260"/>
            <a:ext cx="3361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4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Gateway </a:t>
            </a:r>
            <a:pPr indent="0" marL="0">
              <a:buNone/>
            </a:pPr>
            <a:r>
              <a:rPr lang="en-US" sz="74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IDAnywhere Auth · RBAC</a:t>
            </a:r>
            <a:endParaRPr lang="en-US" sz="600" dirty="0"/>
          </a:p>
        </p:txBody>
      </p:sp>
      <p:sp>
        <p:nvSpPr>
          <p:cNvPr id="106" name="Text 84"/>
          <p:cNvSpPr/>
          <p:nvPr/>
        </p:nvSpPr>
        <p:spPr>
          <a:xfrm>
            <a:off x="4431792" y="5769864"/>
            <a:ext cx="3361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4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NL2SQL Agent </a:t>
            </a:r>
            <a:pPr indent="0" marL="0">
              <a:buNone/>
            </a:pPr>
            <a:r>
              <a:rPr lang="en-US" sz="74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SQL generation</a:t>
            </a:r>
            <a:endParaRPr lang="en-US" sz="600" dirty="0"/>
          </a:p>
        </p:txBody>
      </p:sp>
      <p:sp>
        <p:nvSpPr>
          <p:cNvPr id="107" name="Text 85"/>
          <p:cNvSpPr/>
          <p:nvPr/>
        </p:nvSpPr>
        <p:spPr>
          <a:xfrm>
            <a:off x="4431792" y="6030468"/>
            <a:ext cx="3361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4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</a:t>
            </a:r>
            <a:pPr indent="0" marL="0">
              <a:buNone/>
            </a:pPr>
            <a:r>
              <a:rPr lang="en-US" sz="74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 domain · schema metadata</a:t>
            </a:r>
            <a:endParaRPr lang="en-US" sz="600" dirty="0"/>
          </a:p>
        </p:txBody>
      </p:sp>
      <p:sp>
        <p:nvSpPr>
          <p:cNvPr id="108" name="Shape 86"/>
          <p:cNvSpPr/>
          <p:nvPr/>
        </p:nvSpPr>
        <p:spPr>
          <a:xfrm>
            <a:off x="8287512" y="4882896"/>
            <a:ext cx="358140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4B2E83"/>
            </a:solidFill>
            <a:prstDash val="solid"/>
          </a:ln>
        </p:spPr>
      </p:sp>
      <p:sp>
        <p:nvSpPr>
          <p:cNvPr id="109" name="Shape 87"/>
          <p:cNvSpPr/>
          <p:nvPr/>
        </p:nvSpPr>
        <p:spPr>
          <a:xfrm>
            <a:off x="8287512" y="4882896"/>
            <a:ext cx="3581400" cy="256032"/>
          </a:xfrm>
          <a:prstGeom prst="roundRect">
            <a:avLst>
              <a:gd name="adj" fmla="val 14286"/>
            </a:avLst>
          </a:prstGeom>
          <a:solidFill>
            <a:srgbClr val="4B2E83"/>
          </a:solidFill>
          <a:ln/>
        </p:spPr>
      </p:sp>
      <p:sp>
        <p:nvSpPr>
          <p:cNvPr id="110" name="Text 88"/>
          <p:cNvSpPr/>
          <p:nvPr/>
        </p:nvSpPr>
        <p:spPr>
          <a:xfrm>
            <a:off x="8287512" y="4882896"/>
            <a:ext cx="3581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KNOWLEDGE GRAPH</a:t>
            </a:r>
            <a:endParaRPr lang="en-US" sz="820" dirty="0"/>
          </a:p>
        </p:txBody>
      </p:sp>
      <p:sp>
        <p:nvSpPr>
          <p:cNvPr id="111" name="Shape 89"/>
          <p:cNvSpPr/>
          <p:nvPr/>
        </p:nvSpPr>
        <p:spPr>
          <a:xfrm>
            <a:off x="8415528" y="5248656"/>
            <a:ext cx="384048" cy="384048"/>
          </a:xfrm>
          <a:prstGeom prst="ellipse">
            <a:avLst/>
          </a:prstGeom>
          <a:solidFill>
            <a:srgbClr val="3B2468"/>
          </a:solidFill>
          <a:ln/>
        </p:spPr>
      </p:sp>
      <p:pic>
        <p:nvPicPr>
          <p:cNvPr id="11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07700" y="5340828"/>
            <a:ext cx="199705" cy="199705"/>
          </a:xfrm>
          <a:prstGeom prst="rect">
            <a:avLst/>
          </a:prstGeom>
        </p:spPr>
      </p:pic>
      <p:sp>
        <p:nvSpPr>
          <p:cNvPr id="113" name="Text 90"/>
          <p:cNvSpPr/>
          <p:nvPr/>
        </p:nvSpPr>
        <p:spPr>
          <a:xfrm>
            <a:off x="8872728" y="5248656"/>
            <a:ext cx="2941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2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Context Graph</a:t>
            </a:r>
            <a:endParaRPr lang="en-US" sz="900" dirty="0"/>
          </a:p>
        </p:txBody>
      </p:sp>
      <p:sp>
        <p:nvSpPr>
          <p:cNvPr id="114" name="Text 91"/>
          <p:cNvSpPr/>
          <p:nvPr/>
        </p:nvSpPr>
        <p:spPr>
          <a:xfrm>
            <a:off x="8872728" y="5431536"/>
            <a:ext cx="294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relationships + semantic context</a:t>
            </a:r>
            <a:endParaRPr lang="en-US" sz="720" dirty="0"/>
          </a:p>
        </p:txBody>
      </p:sp>
      <p:sp>
        <p:nvSpPr>
          <p:cNvPr id="115" name="Shape 92"/>
          <p:cNvSpPr/>
          <p:nvPr/>
        </p:nvSpPr>
        <p:spPr>
          <a:xfrm>
            <a:off x="8415528" y="5779008"/>
            <a:ext cx="698602" cy="237744"/>
          </a:xfrm>
          <a:prstGeom prst="roundRect">
            <a:avLst>
              <a:gd name="adj" fmla="val 50000"/>
            </a:avLst>
          </a:prstGeom>
          <a:solidFill>
            <a:srgbClr val="EEE9F6"/>
          </a:solidFill>
          <a:ln w="6350">
            <a:solidFill>
              <a:srgbClr val="4B2E83"/>
            </a:solidFill>
            <a:prstDash val="solid"/>
          </a:ln>
        </p:spPr>
      </p:sp>
      <p:sp>
        <p:nvSpPr>
          <p:cNvPr id="116" name="Text 93"/>
          <p:cNvSpPr/>
          <p:nvPr/>
        </p:nvSpPr>
        <p:spPr>
          <a:xfrm>
            <a:off x="8415528" y="5779008"/>
            <a:ext cx="6986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3B2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730" dirty="0"/>
          </a:p>
        </p:txBody>
      </p:sp>
      <p:sp>
        <p:nvSpPr>
          <p:cNvPr id="117" name="Shape 94"/>
          <p:cNvSpPr/>
          <p:nvPr/>
        </p:nvSpPr>
        <p:spPr>
          <a:xfrm>
            <a:off x="9187282" y="5779008"/>
            <a:ext cx="1078078" cy="237744"/>
          </a:xfrm>
          <a:prstGeom prst="roundRect">
            <a:avLst>
              <a:gd name="adj" fmla="val 50000"/>
            </a:avLst>
          </a:prstGeom>
          <a:solidFill>
            <a:srgbClr val="EEE9F6"/>
          </a:solidFill>
          <a:ln w="6350">
            <a:solidFill>
              <a:srgbClr val="4B2E83"/>
            </a:solidFill>
            <a:prstDash val="solid"/>
          </a:ln>
        </p:spPr>
      </p:sp>
      <p:sp>
        <p:nvSpPr>
          <p:cNvPr id="118" name="Text 95"/>
          <p:cNvSpPr/>
          <p:nvPr/>
        </p:nvSpPr>
        <p:spPr>
          <a:xfrm>
            <a:off x="9187282" y="5779008"/>
            <a:ext cx="10780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3B2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730" dirty="0"/>
          </a:p>
        </p:txBody>
      </p:sp>
      <p:sp>
        <p:nvSpPr>
          <p:cNvPr id="119" name="Shape 96"/>
          <p:cNvSpPr/>
          <p:nvPr/>
        </p:nvSpPr>
        <p:spPr>
          <a:xfrm>
            <a:off x="10338511" y="5779008"/>
            <a:ext cx="395021" cy="237744"/>
          </a:xfrm>
          <a:prstGeom prst="roundRect">
            <a:avLst>
              <a:gd name="adj" fmla="val 50000"/>
            </a:avLst>
          </a:prstGeom>
          <a:solidFill>
            <a:srgbClr val="EEE9F6"/>
          </a:solidFill>
          <a:ln w="6350">
            <a:solidFill>
              <a:srgbClr val="4B2E83"/>
            </a:solidFill>
            <a:prstDash val="solid"/>
          </a:ln>
        </p:spPr>
      </p:sp>
      <p:sp>
        <p:nvSpPr>
          <p:cNvPr id="120" name="Text 97"/>
          <p:cNvSpPr/>
          <p:nvPr/>
        </p:nvSpPr>
        <p:spPr>
          <a:xfrm>
            <a:off x="10338511" y="5779008"/>
            <a:ext cx="3950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3B2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730" dirty="0"/>
          </a:p>
        </p:txBody>
      </p:sp>
      <p:sp>
        <p:nvSpPr>
          <p:cNvPr id="121" name="Shape 98"/>
          <p:cNvSpPr/>
          <p:nvPr/>
        </p:nvSpPr>
        <p:spPr>
          <a:xfrm>
            <a:off x="10806684" y="5779008"/>
            <a:ext cx="546811" cy="237744"/>
          </a:xfrm>
          <a:prstGeom prst="roundRect">
            <a:avLst>
              <a:gd name="adj" fmla="val 50000"/>
            </a:avLst>
          </a:prstGeom>
          <a:solidFill>
            <a:srgbClr val="EEE9F6"/>
          </a:solidFill>
          <a:ln w="6350">
            <a:solidFill>
              <a:srgbClr val="4B2E83"/>
            </a:solidFill>
            <a:prstDash val="solid"/>
          </a:ln>
        </p:spPr>
      </p:sp>
      <p:sp>
        <p:nvSpPr>
          <p:cNvPr id="122" name="Text 99"/>
          <p:cNvSpPr/>
          <p:nvPr/>
        </p:nvSpPr>
        <p:spPr>
          <a:xfrm>
            <a:off x="10806684" y="5779008"/>
            <a:ext cx="5468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3B2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730" dirty="0"/>
          </a:p>
        </p:txBody>
      </p:sp>
      <p:sp>
        <p:nvSpPr>
          <p:cNvPr id="123" name="Shape 100"/>
          <p:cNvSpPr/>
          <p:nvPr/>
        </p:nvSpPr>
        <p:spPr>
          <a:xfrm>
            <a:off x="8415528" y="6053328"/>
            <a:ext cx="622706" cy="237744"/>
          </a:xfrm>
          <a:prstGeom prst="roundRect">
            <a:avLst>
              <a:gd name="adj" fmla="val 50000"/>
            </a:avLst>
          </a:prstGeom>
          <a:solidFill>
            <a:srgbClr val="EEE9F6"/>
          </a:solidFill>
          <a:ln w="6350">
            <a:solidFill>
              <a:srgbClr val="4B2E83"/>
            </a:solidFill>
            <a:prstDash val="solid"/>
          </a:ln>
        </p:spPr>
      </p:sp>
      <p:sp>
        <p:nvSpPr>
          <p:cNvPr id="124" name="Text 101"/>
          <p:cNvSpPr/>
          <p:nvPr/>
        </p:nvSpPr>
        <p:spPr>
          <a:xfrm>
            <a:off x="8415528" y="6053328"/>
            <a:ext cx="6227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3B2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7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2026-07-16T19:20:47Z</dcterms:created>
  <dcterms:modified xsi:type="dcterms:W3CDTF">2026-07-16T19:20:47Z</dcterms:modified>
</cp:coreProperties>
</file>